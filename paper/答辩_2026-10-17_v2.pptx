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sldIdLst>
    <p:sldId id="256" r:id="rId6"/>
    <p:sldId id="269" r:id="rId8"/>
    <p:sldId id="267" r:id="rId9"/>
    <p:sldId id="257" r:id="rId10"/>
    <p:sldId id="268" r:id="rId11"/>
    <p:sldId id="258" r:id="rId12"/>
    <p:sldId id="259" r:id="rId13"/>
    <p:sldId id="260" r:id="rId14"/>
    <p:sldId id="261" r:id="rId15"/>
    <p:sldId id="262" r:id="rId16"/>
    <p:sldId id="270" r:id="rId23"/>
    <p:sldId id="272" r:id="rId25"/>
    <p:sldId id="271" r:id="rId24"/>
    <p:sldId id="273" r:id="rId26"/>
    <p:sldId id="264" r:id="rId18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8"/>
        <p:guide pos="2880"/>
      </p:guideLst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题目：从词表不可分到门控结构中的目标维持。十分钟答辩：出发命题「懂人／知音共址」→ 向内：三项证据收敛到目标维持的有界判决 → 向外：行为层共址已立的层、态度层缺口与动作边界 → 局限与下一枪。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这是研究起点：Cowrite 是一个我自己做的长期伴写网页，不替你写、只在卡住时出牌。工程上我试过 Prompt 优化、引入 OpenViking 记忆层、加反馈机制，局部行为确实变好——风格和上下文保持有提升。但三个根本问题一直在：何时该介入、该保持什么状态、怎么判断当前任务。这些不是堆输入能解决的，于是我转向研究内部任务状态。</a:t>
            </a:r>
          </a:p>
          <a:p>
            <a:r>
              <a:t>（兴趣资产与树侧对照见「兴趣资产缺的两截」一页。）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我的研究不是凭空研究"目标"，而是从伴写 Agent 的真实工程痛点长出来的：长程写作风格漂移、中期意图被覆盖、反复加提示词和记忆条目却越调越乱。这逼出一个问题——这只是工程实现不够好，还是系统从根上就缺一个能维持任务状态的机制？后面三个实验，就是在不同层次上排查这个瓶颈。</a:t>
            </a:r>
          </a:p>
          <a:p>
            <a:r>
              <a:t>（兴趣资产与树侧对照见「兴趣资产缺的两截」一页。）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问题链：出发命题是懂人／知音共址——行为上站在同一地址，知道对方在指什么、也知道对方接住了。向内挖到目标维持（研究一至三，S3 关闭）；向外回到人，用 LLM 作读者检验行为层共址（研究四）。两半共享同一套假阳性纪律。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一页是答辩的桥：左边是常规做法——不断加提示词、记忆、历史、反馈，表面确实变好，但本质还是靠输入输出拟合，长程问题没根治。右边是本研究的转向：不再堆输入，而是问内部到底有没有任务相关的状态、它在不在、动它会不会改行为。评委由此理解，这不是哲学思辨，而是工程瓶颈逼出的可检验问题。</a:t>
            </a:r>
          </a:p>
          <a:p>
            <a:r>
              <a:t>（兴趣资产与树侧对照见「兴趣资产缺的两截」一页。）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总框架先给路线图：把系统拆成 L1 表层 / L2 关系结构 / L3 内部状态三层。后面四步不是三个并列实验，而是逐层堵死捷径——研究一证明表层读不出内部，研究二证明换表面不改上限，研究三上半区分「存在」与「使用」、下半区分「保持」与「灵活调节」。全程非神创约束加预注册加阴阳对照。四步之后还有第 5 步：把同一套纪律带回人与人之间，检验行为层的知音共址（研究四）。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研究一：词表 AUC 0.489/0.523 为动机主结果；L3 消融 0.5989/0.6528/0.5730 另栏，不覆盖。提示词有上限与边际递减。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研究二 CSH：修正后 geo mean 4588，CV(log) 0.0110，带 [3840,4894]。仅旁证，不检验目标维持。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研究三：S1g GRU 8/8 维持+因果使用；E2b 3/8 仅存在性；S3 关闭。图9/图10。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论断边界：维持与因果使用有证据；S3 自主设定关闭。半自主二分区分可拆卸脚手架与不可逆世界承诺。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局限：向内是玩具尺度，E2b 仅存在性，无门对照 0/8，泄漏预筛改变种子池，S3 仍关；向外是一位读者、一个切片、一场真实对话，作者兼对话方与裁判，E05b 定位待补。提示词过不了伴写判断上限。下一枪：双功能话轮——系统作为行动者能否接住对方递出的新地址；另有假智能体补验与加压预算扫描。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结论四条：伴写线——词表近随机，提示词有上限；CSH——表面形式对照效度 CV 0.0110，仅旁证；SDIA——玩具 GRU 经世界回报维持并因果使用环境线索目标 8/8，加压仅存在性，S3 关闭；知音共址——不下命令即读出内容层互认，缺口在态度层，定位到回复兼出价的双功能话轮。知音共址是瞬间的；看见对方递出新地址的那一下，就是动作边界，也是下一枪。致谢。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r>
              <a:t>这一页讲缺的两截，并把结点和共址分开：结点是候选地址，是否站到同一地址要在行为上读出（下一页）。对象：推荐过程里积累的兴趣。用它决定下一次给人看什么，是茧房。用它收窄系统猜这个人落在哪个地址，是协变树。用户下一句只做矫正，不充当结点。平台的表没有公开，本仓库也没有行为日志。第一截：YouTube 的公开结构是一个用户向量。MIND 与 ComiRec 是 K 个兴趣向量。深度树匹配把较粗的兴趣放在内部结点，用来决定展示什么。那棵树没有一句可以对回行为的断言，也没有把断言留在生成之外。向量到这种结点的转换，这里一次都没跑。所以 E12–E18 和指定父边仍是手写句子上的最小可行性。第二截要看一次更新的内部。同一次写入把三件事折进同一个坐标：这个人原先可能构成地址的倾向，系统已经决定展示的物品，以及这次展示引出的行为。Chaney、Stewart 与 Engelhardt 的模拟里，用已经被推荐塑造过的行为继续训练，人会更同质，效用不相应提高。从这种坐标切出的兴趣，命名的是回路。拿它去矫正模型，就是把茧房装进人的位置。Monolith 更新的是一张会过期的无碰撞嵌入表，不是带编号、可以审计的结点库。编号若悄悄合并，父边指向混合物，下一句离不开一个确定的地址。坐标过期又不留下旧地址，移动就没有起点。要观察的是地址改变。命中当前措辞还不是移动。替代库因此要自己长。原料是一份可以重读、可以继续追加的行为流。一次行为只是证据。多个兴趣向量留下并列。父边是重聚类之后仍包含该子簇的较粗簇，包含的是证据。父簇移走，旧编号分裂或过期。一个簇成为结点，同一步上要有：跨更新仍稳定的编号，一条父边，一句原始行为能够否证的断言，并且这句断言不进入生成。断言进了提示，地址选择和措辞生成就混在一起。若支撑断言的行为就是已经推送过的物品，结点留在库里当看得见的污染地址，禁止被选为矫正地址。删掉会把缺陷藏起来，用上会把茧房再做一次。这样得到的是缺陷可见的替代库，不是平台内部那一份。公开数据上做一次向量到稳定编号，仍只是可行性。文章分类树的结点正文是准备送进模型的摘要，闭不上这一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态度层放到真实材料上：作者本人的一场群聊，前中后三段连成整场，作者调用前写密封判断、当裁判；转写不入库，这里只作抽象描述。冷读 16 次：整场/分段 × 裸读/带结构。裸读者在完整语境中抓到了那一下时机恰好的「对啊」，但读成单向的接住；也读出了注意力不在场时的空确认。同一句空确认单读时被判为深度承接——纯语境效应。带结构的读者被 S14 释义牵引去数确认词，结构在态度层是负贡献。中段一方递出的关系性类比被搁置，没有读者读到。随后两枪（裸读、完整语境、各 3 次）只追这个断点：0/3、0/3。读者给每个话轮只分一个角色，回应兼出价落在盲区；这是唯一稳定复现的读数，作者决定在这里收住，写成动作边界的实证。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研究四回到原命题。共址的定义：行为上站在同一地址——知道对方在指什么，也知道对方接住了，不是把节点数组填对。第一步排除捷径：命令加压下 E05b 双停靠 3/3，去掉命令的同字节对照 0/3，所以齐出来自命令；负样本两边都 3/3 被 S14/S20 释义吸附。第二步不下命令（Arm-C）：读者三次都引出 E05b 的真正接话句并说对共同所指，E05a 判为两套不同理论——这是行为层最干净的正证据，内容层共址立住。粗筛 FAIL 来自 X01：读者把对措辞的调侃当成接住内容，读的是话题，不是态度。读法：LLM 是读者，三次重复是同一读者读三遍；计数粗筛，细读为准。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项理论陈述。其一，知音共址是瞬间的：真正的承接发生在回应的那一下，交互确认让双方都感到共在；不专心的一方给出的附和词不带来共在。其二，文本交互像触发器：一方的消息被搁置，若没有新的协变同节点标志出现，就会产生中断感；下一次交互之前的独白只继承前一状态的默认，多数人际交互乃至宏观交互都这样运转。出价两枪的盲点正落在触发器上：一句回复同时递出新的关系性地址，既关闭上一次搁置，又开出下一次共址。只按话题给话轮分角色的读者在这里失明——这正是伴写系统的动作边界。下一枪不在这枚探针上加码，而是让系统作为行动者，以作者为裁判，检验它能否在对方递出新地址时接住。侧线：带结构读者在态度层更差；NN 微观探针为负（Fail-Bind H2＋Pack-kill），已停，不作共址证据。两者都说明共址不是结构属性。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9CC60D6-B0C2-4EE5-A2C5-5BED0D2797F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39D042-40F8-4235-95E2-59588E158991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A42D2AB-C752-4FE2-9E28-58DD37752BA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EB49379-C154-43AB-A76E-95AE9CED149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7CC9876-47DE-442E-8F15-E29F3C82FD8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90B3900-2B7D-457D-899A-1E0CCB19211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1E61D66-144F-4A20-81C2-0E82B4F8A2F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47156-D508-4481-A5DC-DC9C06D9ADE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9CF7FB-0C0B-4E92-A567-CC5F33597DD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662195-64CB-4286-AF3B-5AF41F23464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A7D64A8-CD30-4F01-82F3-3D05350379DD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714C548-270C-42EB-A6CB-FE5DE985F53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slideLayout" Target="../slideLayouts/slideLayout34.xml"/><Relationship Id="rId1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slideLayout" Target="../slideLayouts/slideLayout34.xml"/><Relationship Id="rId10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04800" cy="68580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24000" y="152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从词表不可分到门控结构中的目标维持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05585" y="28702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</a:t>
            </a: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对一个面向现代主义离散情节线伴写系统的论证																							</a:t>
            </a:r>
            <a:endParaRPr lang="zh-CN" altLang="en-US" sz="20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14322">
            <a:off x="1524013" y="3295650"/>
            <a:ext cx="3048026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524000" y="36068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From lexical inseparability to goal maintenance in a gated net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5080000"/>
            <a:ext cx="914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答辩人：李逾凡　　西北工业大学航空学院　　2026 年 10 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0" y="508000"/>
            <a:ext cx="1397000" cy="1397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Cowrite 工程实践发现问题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889000"/>
            <a:ext cx="1117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一个实际的伴写系统让我看到：工程优化可以改善行为，却仍无法根本解决长期任务中的状态管理问题。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研究起点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368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Cowrite 伴写系统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133600"/>
            <a:ext cx="3683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一个「陪你写」的网页。它不替你写，也不评价你写得好不好；在你写不下去时出几张很妙的牌，大部分时候选择不出声。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" y="5041900"/>
            <a:ext cx="3683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目标：</a:t>
            </a: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长期伴写，而非自动生成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工程尝试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8034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Prompt 优化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设计更好的提示词结构与策略。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43600" y="25908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0400" y="28702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Memory（OpenViking）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引入记忆层，保存历史写作状态。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43600" y="36576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39370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反馈机制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通过用户反馈、评分等方式调整。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90789">
            <a:off x="41911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16" name="Connector 16"/>
          <p:cNvCxnSpPr/>
          <p:nvPr/>
        </p:nvCxnSpPr>
        <p:spPr>
          <a:xfrm rot="-190789">
            <a:off x="76963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7975600" y="1371600"/>
            <a:ext cx="3759200" cy="16764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获得的效果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3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局部行为改善</a:t>
            </a:r>
            <a:endParaRPr lang="en-US" sz="13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在部分场景下，系统对风格、上下文和用户意图的保持有所提升。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75600" y="3175000"/>
            <a:ext cx="3759200" cy="1905000"/>
          </a:xfrm>
          <a:prstGeom prst="roundRect">
            <a:avLst>
              <a:gd name="adj" fmla="val 0"/>
            </a:avLst>
          </a:prstGeom>
          <a:solidFill>
            <a:srgbClr val="962828">
              <a:alpha val="6000"/>
            </a:srgbClr>
          </a:solidFill>
          <a:ln w="12700" cap="flat" cmpd="sng">
            <a:solidFill>
              <a:srgbClr val="962828">
                <a:alpha val="30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但仍存在的问题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何时介入？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保持什么状态？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如何判断当前任务？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384800"/>
            <a:ext cx="11176000" cy="9652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04800" tIns="0" rIns="2032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因此，我意识到：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这些问题促使我从工程优化，转向两个可检验的问题：内部能否维持任务状态；行为上能否与人站在同一地址。</a:t>
            </a:r>
            <a:endParaRPr lang="en-US" sz="1600" b="1" i="0" u="none" strike="noStrike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6477000"/>
            <a:ext cx="1117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907030"/>
            <a:ext cx="3632200" cy="2071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588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面向长期任务执行的内部状态建模问题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2890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224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研究起点：从伴写 Agent 的工程实践，走到目标相关状态的验证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我的研究起点：伴写 Agent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用户创作需求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49">
            <a:off x="35815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39878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0040A0">
              <a:alpha val="10000"/>
            </a:srgbClr>
          </a:solidFill>
          <a:ln w="12700" cap="flat" cmpd="sng">
            <a:solidFill>
              <a:srgbClr val="0040A0">
                <a:alpha val="50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 Agent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65533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0" name="AutoShape 10"/>
          <p:cNvSpPr/>
          <p:nvPr/>
        </p:nvSpPr>
        <p:spPr>
          <a:xfrm>
            <a:off x="69596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长期多轮交互生成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1 · 风格保持难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长程写作中，文风与人设随轮次漂移。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831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2 · 意图易漂移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作者的中期目标，在多轮后被新话题覆盖。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502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3 · 调优遇瓶颈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反复加 prompt、memory 条目，改善有限且互相干扰。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775200"/>
            <a:ext cx="10160000" cy="787400"/>
          </a:xfrm>
          <a:prstGeom prst="roundRect">
            <a:avLst>
              <a:gd name="adj" fmla="val 0"/>
            </a:avLst>
          </a:prstGeom>
          <a:solidFill>
            <a:srgbClr val="0040A0">
              <a:alpha val="8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77800" tIns="0" rIns="15240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关键问题：这些只是工程实现不足，还是系统缺少更基础的「任务状态机制」？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本研究检验后者——内部是否存在能维持、校验并驱动任务的状态。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64008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问题链｜从「懂人／知音共址」向内挖，再回到人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7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出发命题是懂人／知音共址：系统在行为上与人站在同一个地址——知道对方在指什么，也知道对方接住了，而不是把节点数组填对。「系统理解作者」难以检验，是因为它把这种会合写成了内部属性。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9400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27660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起点：懂人／知音共址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伴写的主动介入依赖对作者状态的判断；判断读不出来，介入就没有依据。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向内挖：目标维持</a:t>
            </a:r>
            <a:endParaRPr lang="en-US" sz="17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线索消失后，内部状态能否继续承载目标并因果影响行为（研究一至三）。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327660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向外回到人：行为层共址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以大语言模型作读者，读两人何时站到同一地址、何时没有（研究四）。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推进到哪里</a:t>
            </a:r>
            <a:endParaRPr lang="en-US" sz="17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向内：保持与因果使用；向外：内容层共址已立，态度层缺口定位到双功能话轮。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Agent 调优问题，到内部状态问题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不是突然研究「目标」，而是工程瓶颈反复出现后，逼出的更基础问题。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787878">
              <a:alpha val="8000"/>
            </a:srgbClr>
          </a:solidFill>
          <a:ln w="12700" cap="flat" cmpd="sng">
            <a:solidFill>
              <a:srgbClr val="787878">
                <a:alpha val="45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传统思路：在输入输出上堆优化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 prompt　· 增加 memory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增加历史记录        　· 增加反馈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78787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表面行为改善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50" b="0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但仍靠大量输入输出拟合，长程漂移反复出现。</a:t>
            </a:r>
            <a:endParaRPr lang="en-US" sz="1250" b="0" i="0" u="none" strike="noStrike">
              <a:solidFill>
                <a:srgbClr val="962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40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本研究：转向检验内部状态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是否存在任务相关内部状态？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线索消失后，它是否保持？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干预它，行为是否改变？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664200"/>
            <a:ext cx="1016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工程瓶颈反复出现，指向同一个怀疑：缺的不是更多输入，而是内部「任务状态」。后续把闸门从提示词移到代码，而不是再加一段提示。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4516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总框架｜逐层排除捷径，收敛到一个有界判决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三层本体：L1 表层 · L2 关系结构 · L3 内部状态 —— 下面四步，每步堵死一条捷径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L1 表层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可观测符号 · 行为 · 输入输出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831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L2 关系结构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世界动力学 · 任务拓扑（不可写入）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9502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内部状态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隐层表征 · 记忆 · 目标载体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0226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四步递进：每一步，都否定一个天真预期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1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表层读不出内部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词表反推作者状态 AUC≈0.5，提示词堆叠反降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研究一　堵死「读文本＝读心」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342635">
            <a:off x="34166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3581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2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表面不改上限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换中/英/Lisp/空符号，阈值几共阈 CV 0.0110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研究二　堵死「打磨表层抬上限」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342635">
            <a:off x="5982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3" name="AutoShape 13"/>
          <p:cNvSpPr/>
          <p:nvPr/>
        </p:nvSpPr>
        <p:spPr>
          <a:xfrm>
            <a:off x="6248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3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存在 ≠ 使用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探针读得出 ≠ 因果在用；写通道钉错才判决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研究三上　从「有没有」到「用没用」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42635">
            <a:off x="8649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8915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62828">
                <a:alpha val="4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96282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4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保持 ≠ 灵活调节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加压网格 8/8→3/8，学不会信外/信内切换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研究三下　结构瓶颈，S3 关闭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740400"/>
            <a:ext cx="1016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验收协议：非神创约束＋预注册 · 组门 ≥7/8 · VOID 计入分母　｜　第 5 步回到人：行为层共址（研究四）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63500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 步｜表层读不出内部：伴写 / VERIFY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对应工程问题：增加输入信息，能否直接恢复任务状态？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先试最直接的路——从表层反推内部，此路不通；加厚表面不是出路。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813050"/>
            <a:ext cx="4826017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048000"/>
            <a:ext cx="48260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　同语言 AUC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0.489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跨语言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0.523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近随机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对话密度假信号　跨语言 0.627 → 同语言 0.425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死特征约占权重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65%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提示词消融（另栏）　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0.5989 / 0.6528 / 0.5730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第三臂回落 0.08：堆叠条款边际递减，不替换 0.489/0.523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5530850"/>
            <a:ext cx="4826017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689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提示词框架有上限与边际递减；词表阴性仍是动机主结果。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597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图2　(a) 词表 AUC 0.489/0.523；(b) L3 消融另栏，不替换 (a)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04975"/>
            <a:ext cx="5318760" cy="2838450"/>
          </a:xfrm>
          <a:prstGeom prst="rect">
            <a:avLst/>
          </a:prstGeom>
        </p:spPr>
      </p:pic>
      <p:sp>
        <p:nvSpPr>
          <p:cNvPr id="9" name="AutoShape 12"/>
          <p:cNvSpPr/>
          <p:nvPr/>
        </p:nvSpPr>
        <p:spPr>
          <a:xfrm>
            <a:off x="6350000" y="5207000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边界：阴性 ≠ 状态不存在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失败只是当前表层观察变量不足以恢复隐藏状态——这正是后续要进到内部状态、直接做因果检验的原因。</a:t>
            </a:r>
            <a:endParaRPr lang="en-US" sz="12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2 步｜换表达形式能否突破能力边界？表面包装不是根本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8070" y="6527800"/>
            <a:ext cx="5461000" cy="304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图4–5　修正后六表面；阈值带 [3840, 4894]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707">
            <a:off x="4737090" y="3841769"/>
            <a:ext cx="424181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18275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7307580" y="17767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几何均值 4588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六真实表面阈值几何均值 4588 例（τ=0.60，surface_fix2）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28689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7307580" y="28181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对数变异系数 0.0110；id 位置拉丁方配平后表面几乎共阈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39103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7307580" y="38595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阈值带 [3840, 4894]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英文 3840 – 数学 4894；配对差区间多含零——对照效度已修订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49517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7307580" y="49009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仅作该任务旁证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不检验目标维持；不否证提示工程；支持「加厚表面≠抬上限」的收窄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065" y="1514475"/>
            <a:ext cx="5293995" cy="2673350"/>
          </a:xfrm>
          <a:prstGeom prst="rect">
            <a:avLst/>
          </a:prstGeom>
        </p:spPr>
      </p:pic>
      <p:pic>
        <p:nvPicPr>
          <p:cNvPr id="20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1420" y="4216400"/>
            <a:ext cx="4767580" cy="2550795"/>
          </a:xfrm>
          <a:prstGeom prst="rect">
            <a:avLst/>
          </a:prstGeom>
        </p:spPr>
      </p:pic>
      <p:pic>
        <p:nvPicPr>
          <p:cNvPr id="4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17780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28194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38608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49022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3–4 步｜落到内部：从「存在≠使用」到「保持≠调节」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33401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S1g　GRU 玩具任务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</a:t>
            </a: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Wilson [0.676, 1.000]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仅世界回报 + 行动者–评论者；维持并因果使用环境线索目标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E2b　加压网格预算上限内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3/8†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仅存在性证据</a:t>
            </a:r>
            <a:endParaRPr lang="en-US" sz="1400" b="0" i="0" u="none" strike="noStrike">
              <a:solidFill>
                <a:srgbClr val="2A2D3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失败多见定向成立而特异性不成立；不回写组门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algn="l">
              <a:lnSpc>
                <a:spcPct val="117000"/>
              </a:lnSpc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3375" y="1595120"/>
            <a:ext cx="5635625" cy="28181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69000" y="1573530"/>
            <a:ext cx="5678170" cy="28397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969000" y="5130800"/>
            <a:ext cx="5207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图9 组通过率（含 S1g 8/8）；图10 加压必要性检验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5384800"/>
            <a:ext cx="520700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门控为设计者先验；阳性不表述为系统发现了目标内容。无门 0/8†、ES 主任务 4/8† 只划边界。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6">
            <a:off x="1016004" y="5861050"/>
            <a:ext cx="10160016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1016000" y="58928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有界判决：玩具任务上目标维持并因果使用；加压仅存在性。「异常→内部自校验→策略调整」的闭环未测，故 S3 自主设定关闭。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论断边界｜维持 · 因果使用 · 自主设定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维持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目标信息保持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证据支持：非线索解码与撤除后保持（玩具任务）。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5371353">
            <a:off x="35051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212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因果使用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干预改变行为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证据支持：写通道定向 + 特异性（玩具）。加压未过组门。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1353">
            <a:off x="70103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026400" y="1727200"/>
            <a:ext cx="314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自主设定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S3 关闭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协议未运行；不主张系统已自选或已有目标。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半自主二分：可拆卸脚手架（门控先验、预算、学习率）vs 不可逆世界承诺（网格毒性、切换作废进度）。前者记设计者贡献；后者写入动力学。</a:t>
            </a:r>
            <a:endParaRPr lang="en-US" sz="16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16000" y="4187952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318000"/>
                <a:gridCol w="4318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40A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层次</a:t>
                      </a:r>
                      <a:endParaRPr lang="en-US" sz="1600"/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本文主张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证据状态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目标信息维持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线索消失后仍可解码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撤除后保持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GRU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支持；加压保持改善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因果使用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写通道干预按预期改行为且具特异性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玩具支持；加压多为存在性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自主设定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局内自选目标（非线索指定）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S3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关闭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·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不主张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半自主二分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可拆卸脚手架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≠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不可逆世界承诺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门控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预算可撤；毒性网格写入世界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局限与开放问题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主张与证据相称：向内是玩具尺度上的有界判决；向外是一位读者、一场对话上读出的层与盲点。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尺度与对照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玩具尺度；E2b 3/8† 仅存在性；无门对照有限搜索后仍 0/8†；泄漏预筛改变种子池。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行为层覆盖面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一位读者、一个切片、一场真实对话；作者兼对话一方与裁判；E05b 定位待补。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伴写上限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外挂提示词过不了伴写判断上限：L3 最高约 0.65 且第三臂回落；不覆盖词表阴性。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下一枪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双功能话轮：系统能否接住对方递出的新地址；假智能体补验准则；加压预算扫描。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15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兴趣资产缺的两截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结点来自推荐里积累的兴趣，不是文章分类树；用户下一句只矫正地址。结点只是候选地址——是否共址，要在行为上读出。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对象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同一份兴趣两种用法：收窄看见的是茧房，收窄猜测的是协变树。平台正在用的表不在手。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第一截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公开算法停在向量。最近的树决定给用户看什么。转换未跑。E12–E18 仍是最小可行性。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第二截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一次更新把倾向、已推物品、被引出的行为折进同一坐标。这样切出的结点命名的是回路。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替代库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行为是证据。结点要稳定编号、一条父边、一句能否证且不进生成的断言。回声禁止当矫正地址。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真实对话冷读｜读者看不见「回复兼出价」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材料：作者本人的一场真实群聊（只作抽象描述），作者写密封判断并当裁判。读者给每个话轮只分配一个角色——递出，或回应。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读出了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完整语境下，裸读者指出时机恰好的「对啊」那一下（但读成单向），也读出注意力不在场时的空确认。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语境效应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同一读者、同一句空确认，单读时反判为「深度承接」。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带结构的读者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S14 释义把「确认、接话」写成可数的词，读者去数确认词：结构在态度层是负贡献。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出价两枪 · 0/3 · 0/3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一句回应同时递出专属关系的出价，两枪各 3 次都未被认作出价；盲点之外的判断都不稳定。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结论｜向内落定一个有界判决，向外立住一层共址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1678838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905000" y="1627632"/>
            <a:ext cx="9271000" cy="731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伴写线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介入判断的外挂提示上限：词表近随机；堆叠提示词有上限与边际递减（L3 另栏）。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lang="en-US" sz="1600"/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4297">
            <a:off x="1016004" y="242316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547518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905000" y="2496312"/>
            <a:ext cx="9271000" cy="731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CSH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表面形式对照效度（修正后）：阈值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geo mean 4588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，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0.0110——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仅旁证。</a:t>
            </a:r>
            <a:endParaRPr lang="en-US" sz="1600"/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-4297">
            <a:off x="1016004" y="329184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016000" y="3416198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905000" y="3364992"/>
            <a:ext cx="9271000" cy="731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SDIA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玩具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GRU 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经世界回报维持并因果使用环境线索目标（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）；加压仅存在性。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16052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0"/>
          <p:cNvSpPr/>
          <p:nvPr>
            <p:custDataLst>
              <p:tags r:id="rId7"/>
            </p:custDataLst>
          </p:nvPr>
        </p:nvSpPr>
        <p:spPr>
          <a:xfrm>
            <a:off x="1016000" y="4284878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7" name="AutoShape 11"/>
          <p:cNvSpPr/>
          <p:nvPr>
            <p:custDataLst>
              <p:tags r:id="rId8"/>
            </p:custDataLst>
          </p:nvPr>
        </p:nvSpPr>
        <p:spPr>
          <a:xfrm>
            <a:off x="1905000" y="4233672"/>
            <a:ext cx="9271000" cy="731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知音共址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不下命令即读出内容层互认（3/3）；缺口在态度层，定位到回复兼出价的双功能话轮。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lang="en-US" sz="1600"/>
          </a:p>
        </p:txBody>
      </p:sp>
      <p:cxnSp>
        <p:nvCxnSpPr>
          <p:cNvPr id="18" name="Connector 12"/>
          <p:cNvCxnSpPr/>
          <p:nvPr/>
        </p:nvCxnSpPr>
        <p:spPr>
          <a:xfrm rot="-4297">
            <a:off x="1016004" y="502920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084064"/>
            <a:ext cx="10160000" cy="6035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下一枪　双功能话轮：以作者为裁判，看系统能否在对方递出新地址的那一下接住它。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验收协议优先：主张强度以组门、VOID 分母、证据分层与逐句细读为界。</a:t>
            </a:r>
            <a:endParaRPr lang="en-US" sz="14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7404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全项目代码仓库：</a:t>
            </a:r>
            <a:r>
              <a:rPr lang="en-US" altLang="zh-CN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https://github.com/theblackboxcat/co-work-Argument</a:t>
            </a:r>
            <a:endParaRPr lang="en-US" altLang="zh-CN" sz="1800" b="1" i="0" u="none" strike="noStrike">
              <a:solidFill>
                <a:srgbClr val="0040A0"/>
              </a:solidFill>
              <a:latin typeface="Kaiti SC"/>
              <a:ea typeface="Kaiti SC"/>
              <a:cs typeface="Kaiti SC"/>
              <a:sym typeface="Kaiti SC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谢谢各位老师。欢迎批评指正。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6451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16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研究四｜回到原命题：共址已立的层与未立的层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已立 · 内容层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不下命令即读出互认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Arm-C：E05b 引出并读对接话句（3/3）；E05a 判为两套不同理论（3/3）。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5371353">
            <a:off x="35051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212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降权 · 命令加压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双停靠来自命令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同字节对照 0/3 ↔ 加压 3/3；负样本被释义吸附 3/3。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1353">
            <a:off x="70103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026400" y="1727200"/>
            <a:ext cx="314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未立 · 态度层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话题连续 ≠ 所指承接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X01：把对措辞的调侃当作接住内容。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共址 = 行为上站在同一地址：知道对方在指什么，也知道对方接住了——不是把节点数组填对。E05b 定位待补，已不是主问题。</a:t>
            </a:r>
            <a:endParaRPr lang="en-US" sz="16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16000" y="4187952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318000"/>
                <a:gridCol w="4318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40A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层次</a:t>
                      </a:r>
                      <a:endParaRPr lang="en-US" sz="1600"/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读者能否读出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内容层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能：不靠命令读出所指，引文逐字有效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Arm-C · 三次读法一致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命令加压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齐出来自命令，不是自发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对照 0/3 ↔ 加压 3/3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态度层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不能：分不清回应内容还是回应说法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Arm-C X01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读法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 是读者；计数只作粗筛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以逐句理由细读为准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知音共址是瞬间的｜动作边界与下一枪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盲点不当作待修的缺陷：它标出共址重新开出的地方，也就标出伴写系统该动作的地方。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787878">
              <a:alpha val="8000"/>
            </a:srgbClr>
          </a:solidFill>
          <a:ln w="12700" cap="flat" cmpd="sng">
            <a:solidFill>
              <a:srgbClr val="787878">
                <a:alpha val="45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作者的两项理论陈述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瞬间：回应的那一下，交互确认让双方共在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不专心一方的附和词，不带来共在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78787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触发器：消息被搁置，若无新的协变同节点标志，中断感就会产生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50" b="0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下一次交互之前的独白，只继承前一状态的默认值</a:t>
            </a:r>
            <a:endParaRPr lang="en-US" sz="1250" b="0" i="0" u="none" strike="noStrike">
              <a:solidFill>
                <a:srgbClr val="962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40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动作边界 → 下一枪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回复兼出价：关闭上一次搁置，开出下一次共址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只按话题给话轮分类的读者，在最该动作处失明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下一枪：作者裁判——系统作为行动者，能否接住对方递出的新地址？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664200"/>
            <a:ext cx="1016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侧线回到同一处：NN 微观玩具为负（绑定非因），已停，不作共址证据——共址不是结构或绑定的属性，只能在行为上读出。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4516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14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2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3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4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5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6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7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8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9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0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1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2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23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4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5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6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7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8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9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30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3655</Words>
  <Application>WPS 演示</Application>
  <PresentationFormat/>
  <Paragraphs>319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Noto Serif SC</vt:lpstr>
      <vt:lpstr>Kaiti SC</vt:lpstr>
      <vt:lpstr>Segoe Print</vt:lpstr>
      <vt:lpstr>微软雅黑</vt:lpstr>
      <vt:lpstr>Arial Unicode MS</vt:lpstr>
      <vt:lpstr>Kaiti SC</vt:lpstr>
      <vt:lpstr>Office 主题​​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金色原野上的猫</cp:lastModifiedBy>
  <cp:revision>2</cp:revision>
  <dcterms:created xsi:type="dcterms:W3CDTF">2026-10-14T11:30:00Z</dcterms:created>
  <dcterms:modified xsi:type="dcterms:W3CDTF">2026-10-14T13:01:38Z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{"Label":"1","ContentProducer":"001191110102MACQD9K64010000","ProduceID":"7696482363555810304","ReservedCode1":"","ContentPropagator":"","PropagateID":"","ReservedCode2":""}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8752FCCB57D84FC8833EB38F32979743_12</vt:lpwstr>
  </property>
</Properties>
</file>